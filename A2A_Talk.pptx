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17EAC5-F009-451B-B5B5-4D9A80B08BEA}" v="32" dt="2026-07-25T23:39:22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072" autoAdjust="0"/>
  </p:normalViewPr>
  <p:slideViewPr>
    <p:cSldViewPr snapToGrid="0" snapToObjects="1">
      <p:cViewPr>
        <p:scale>
          <a:sx n="119" d="100"/>
          <a:sy n="119" d="100"/>
        </p:scale>
        <p:origin x="7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daiappa Ramachandran" userId="b68326859784a5fa" providerId="LiveId" clId="{AE10128B-B86A-4501-A7E1-A2CC54ED488F}"/>
    <pc:docChg chg="addSld modSld">
      <pc:chgData name="Udaiappa Ramachandran" userId="b68326859784a5fa" providerId="LiveId" clId="{AE10128B-B86A-4501-A7E1-A2CC54ED488F}" dt="2026-07-25T23:41:41.572" v="884" actId="20577"/>
      <pc:docMkLst>
        <pc:docMk/>
      </pc:docMkLst>
      <pc:sldChg chg="modSp mod">
        <pc:chgData name="Udaiappa Ramachandran" userId="b68326859784a5fa" providerId="LiveId" clId="{AE10128B-B86A-4501-A7E1-A2CC54ED488F}" dt="2026-07-22T19:27:44.898" v="628" actId="20577"/>
        <pc:sldMkLst>
          <pc:docMk/>
          <pc:sldMk cId="0" sldId="256"/>
        </pc:sldMkLst>
        <pc:spChg chg="mod">
          <ac:chgData name="Udaiappa Ramachandran" userId="b68326859784a5fa" providerId="LiveId" clId="{AE10128B-B86A-4501-A7E1-A2CC54ED488F}" dt="2026-07-22T19:26:40.287" v="464" actId="6549"/>
          <ac:spMkLst>
            <pc:docMk/>
            <pc:sldMk cId="0" sldId="256"/>
            <ac:spMk id="3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19:27:08.111" v="553" actId="6549"/>
          <ac:spMkLst>
            <pc:docMk/>
            <pc:sldMk cId="0" sldId="256"/>
            <ac:spMk id="4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19:27:44.898" v="628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00:48:57.146" v="0" actId="14100"/>
          <ac:spMkLst>
            <pc:docMk/>
            <pc:sldMk cId="0" sldId="256"/>
            <ac:spMk id="6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00:49:00.906" v="1" actId="14100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Udaiappa Ramachandran" userId="b68326859784a5fa" providerId="LiveId" clId="{AE10128B-B86A-4501-A7E1-A2CC54ED488F}" dt="2026-07-25T23:35:57.891" v="859" actId="6549"/>
        <pc:sldMkLst>
          <pc:docMk/>
          <pc:sldMk cId="0" sldId="257"/>
        </pc:sldMkLst>
        <pc:spChg chg="mod">
          <ac:chgData name="Udaiappa Ramachandran" userId="b68326859784a5fa" providerId="LiveId" clId="{AE10128B-B86A-4501-A7E1-A2CC54ED488F}" dt="2026-07-25T23:35:57.891" v="859" actId="6549"/>
          <ac:spMkLst>
            <pc:docMk/>
            <pc:sldMk cId="0" sldId="257"/>
            <ac:spMk id="5" creationId="{00000000-0000-0000-0000-000000000000}"/>
          </ac:spMkLst>
        </pc:spChg>
      </pc:sldChg>
      <pc:sldChg chg="modSp">
        <pc:chgData name="Udaiappa Ramachandran" userId="b68326859784a5fa" providerId="LiveId" clId="{AE10128B-B86A-4501-A7E1-A2CC54ED488F}" dt="2026-07-25T23:36:10.224" v="860"/>
        <pc:sldMkLst>
          <pc:docMk/>
          <pc:sldMk cId="0" sldId="258"/>
        </pc:sldMkLst>
        <pc:spChg chg="mod">
          <ac:chgData name="Udaiappa Ramachandran" userId="b68326859784a5fa" providerId="LiveId" clId="{AE10128B-B86A-4501-A7E1-A2CC54ED488F}" dt="2026-07-25T23:36:10.224" v="860"/>
          <ac:spMkLst>
            <pc:docMk/>
            <pc:sldMk cId="0" sldId="258"/>
            <ac:spMk id="5" creationId="{00000000-0000-0000-0000-000000000000}"/>
          </ac:spMkLst>
        </pc:spChg>
      </pc:sldChg>
      <pc:sldChg chg="modSp mod modNotesTx">
        <pc:chgData name="Udaiappa Ramachandran" userId="b68326859784a5fa" providerId="LiveId" clId="{AE10128B-B86A-4501-A7E1-A2CC54ED488F}" dt="2026-07-25T23:36:28.965" v="861"/>
        <pc:sldMkLst>
          <pc:docMk/>
          <pc:sldMk cId="0" sldId="259"/>
        </pc:sldMkLst>
        <pc:spChg chg="mod">
          <ac:chgData name="Udaiappa Ramachandran" userId="b68326859784a5fa" providerId="LiveId" clId="{AE10128B-B86A-4501-A7E1-A2CC54ED488F}" dt="2026-07-25T23:36:28.965" v="861"/>
          <ac:spMkLst>
            <pc:docMk/>
            <pc:sldMk cId="0" sldId="259"/>
            <ac:spMk id="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19:05:23.390" v="222" actId="6549"/>
          <ac:spMkLst>
            <pc:docMk/>
            <pc:sldMk cId="0" sldId="259"/>
            <ac:spMk id="8" creationId="{00000000-0000-0000-0000-000000000000}"/>
          </ac:spMkLst>
        </pc:spChg>
      </pc:sldChg>
      <pc:sldChg chg="modSp">
        <pc:chgData name="Udaiappa Ramachandran" userId="b68326859784a5fa" providerId="LiveId" clId="{AE10128B-B86A-4501-A7E1-A2CC54ED488F}" dt="2026-07-25T23:36:42.250" v="862"/>
        <pc:sldMkLst>
          <pc:docMk/>
          <pc:sldMk cId="0" sldId="260"/>
        </pc:sldMkLst>
        <pc:spChg chg="mod">
          <ac:chgData name="Udaiappa Ramachandran" userId="b68326859784a5fa" providerId="LiveId" clId="{AE10128B-B86A-4501-A7E1-A2CC54ED488F}" dt="2026-07-25T23:36:42.250" v="862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Udaiappa Ramachandran" userId="b68326859784a5fa" providerId="LiveId" clId="{AE10128B-B86A-4501-A7E1-A2CC54ED488F}" dt="2026-07-25T23:36:52.859" v="864" actId="6549"/>
        <pc:sldMkLst>
          <pc:docMk/>
          <pc:sldMk cId="0" sldId="261"/>
        </pc:sldMkLst>
        <pc:spChg chg="mod">
          <ac:chgData name="Udaiappa Ramachandran" userId="b68326859784a5fa" providerId="LiveId" clId="{AE10128B-B86A-4501-A7E1-A2CC54ED488F}" dt="2026-07-25T23:36:52.859" v="864" actId="6549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Udaiappa Ramachandran" userId="b68326859784a5fa" providerId="LiveId" clId="{AE10128B-B86A-4501-A7E1-A2CC54ED488F}" dt="2026-07-25T23:37:04.341" v="865"/>
        <pc:sldMkLst>
          <pc:docMk/>
          <pc:sldMk cId="0" sldId="262"/>
        </pc:sldMkLst>
        <pc:spChg chg="mod">
          <ac:chgData name="Udaiappa Ramachandran" userId="b68326859784a5fa" providerId="LiveId" clId="{AE10128B-B86A-4501-A7E1-A2CC54ED488F}" dt="2026-07-25T23:37:04.341" v="865"/>
          <ac:spMkLst>
            <pc:docMk/>
            <pc:sldMk cId="0" sldId="262"/>
            <ac:spMk id="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00:51:47.834" v="6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00:51:21.592" v="2" actId="14100"/>
          <ac:spMkLst>
            <pc:docMk/>
            <pc:sldMk cId="0" sldId="262"/>
            <ac:spMk id="9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00:52:17.944" v="11" actId="1410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00:51:27.636" v="3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00:52:28.459" v="13" actId="14100"/>
          <ac:spMkLst>
            <pc:docMk/>
            <pc:sldMk cId="0" sldId="262"/>
            <ac:spMk id="18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00:51:31.196" v="4" actId="14100"/>
          <ac:spMkLst>
            <pc:docMk/>
            <pc:sldMk cId="0" sldId="262"/>
            <ac:spMk id="19" creationId="{00000000-0000-0000-0000-000000000000}"/>
          </ac:spMkLst>
        </pc:spChg>
      </pc:sldChg>
      <pc:sldChg chg="modSp mod">
        <pc:chgData name="Udaiappa Ramachandran" userId="b68326859784a5fa" providerId="LiveId" clId="{AE10128B-B86A-4501-A7E1-A2CC54ED488F}" dt="2026-07-25T23:37:12.094" v="866"/>
        <pc:sldMkLst>
          <pc:docMk/>
          <pc:sldMk cId="0" sldId="263"/>
        </pc:sldMkLst>
        <pc:spChg chg="mod">
          <ac:chgData name="Udaiappa Ramachandran" userId="b68326859784a5fa" providerId="LiveId" clId="{AE10128B-B86A-4501-A7E1-A2CC54ED488F}" dt="2026-07-25T23:37:12.094" v="866"/>
          <ac:spMkLst>
            <pc:docMk/>
            <pc:sldMk cId="0" sldId="263"/>
            <ac:spMk id="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5T23:32:25.092" v="802" actId="14100"/>
          <ac:spMkLst>
            <pc:docMk/>
            <pc:sldMk cId="0" sldId="263"/>
            <ac:spMk id="22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5T23:32:20.439" v="801" actId="14100"/>
          <ac:spMkLst>
            <pc:docMk/>
            <pc:sldMk cId="0" sldId="263"/>
            <ac:spMk id="23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5T23:33:21.916" v="804" actId="14100"/>
          <ac:spMkLst>
            <pc:docMk/>
            <pc:sldMk cId="0" sldId="263"/>
            <ac:spMk id="24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5T23:31:46.004" v="798" actId="1035"/>
          <ac:spMkLst>
            <pc:docMk/>
            <pc:sldMk cId="0" sldId="263"/>
            <ac:spMk id="2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5T23:31:46.004" v="798" actId="1035"/>
          <ac:spMkLst>
            <pc:docMk/>
            <pc:sldMk cId="0" sldId="263"/>
            <ac:spMk id="26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5T23:31:46.004" v="798" actId="1035"/>
          <ac:spMkLst>
            <pc:docMk/>
            <pc:sldMk cId="0" sldId="263"/>
            <ac:spMk id="28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5T23:32:07.720" v="800" actId="14100"/>
          <ac:spMkLst>
            <pc:docMk/>
            <pc:sldMk cId="0" sldId="263"/>
            <ac:spMk id="31" creationId="{00000000-0000-0000-0000-000000000000}"/>
          </ac:spMkLst>
        </pc:spChg>
        <pc:picChg chg="mod">
          <ac:chgData name="Udaiappa Ramachandran" userId="b68326859784a5fa" providerId="LiveId" clId="{AE10128B-B86A-4501-A7E1-A2CC54ED488F}" dt="2026-07-25T23:31:46.004" v="798" actId="1035"/>
          <ac:picMkLst>
            <pc:docMk/>
            <pc:sldMk cId="0" sldId="263"/>
            <ac:picMk id="27" creationId="{00000000-0000-0000-0000-000000000000}"/>
          </ac:picMkLst>
        </pc:picChg>
      </pc:sldChg>
      <pc:sldChg chg="modSp">
        <pc:chgData name="Udaiappa Ramachandran" userId="b68326859784a5fa" providerId="LiveId" clId="{AE10128B-B86A-4501-A7E1-A2CC54ED488F}" dt="2026-07-25T23:37:20.094" v="867"/>
        <pc:sldMkLst>
          <pc:docMk/>
          <pc:sldMk cId="0" sldId="264"/>
        </pc:sldMkLst>
        <pc:spChg chg="mod">
          <ac:chgData name="Udaiappa Ramachandran" userId="b68326859784a5fa" providerId="LiveId" clId="{AE10128B-B86A-4501-A7E1-A2CC54ED488F}" dt="2026-07-25T23:37:20.094" v="867"/>
          <ac:spMkLst>
            <pc:docMk/>
            <pc:sldMk cId="0" sldId="264"/>
            <ac:spMk id="5" creationId="{00000000-0000-0000-0000-000000000000}"/>
          </ac:spMkLst>
        </pc:spChg>
      </pc:sldChg>
      <pc:sldChg chg="modSp">
        <pc:chgData name="Udaiappa Ramachandran" userId="b68326859784a5fa" providerId="LiveId" clId="{AE10128B-B86A-4501-A7E1-A2CC54ED488F}" dt="2026-07-25T23:37:29.975" v="868"/>
        <pc:sldMkLst>
          <pc:docMk/>
          <pc:sldMk cId="0" sldId="265"/>
        </pc:sldMkLst>
        <pc:spChg chg="mod">
          <ac:chgData name="Udaiappa Ramachandran" userId="b68326859784a5fa" providerId="LiveId" clId="{AE10128B-B86A-4501-A7E1-A2CC54ED488F}" dt="2026-07-25T23:37:29.975" v="868"/>
          <ac:spMkLst>
            <pc:docMk/>
            <pc:sldMk cId="0" sldId="265"/>
            <ac:spMk id="5" creationId="{00000000-0000-0000-0000-000000000000}"/>
          </ac:spMkLst>
        </pc:spChg>
      </pc:sldChg>
      <pc:sldChg chg="modSp">
        <pc:chgData name="Udaiappa Ramachandran" userId="b68326859784a5fa" providerId="LiveId" clId="{AE10128B-B86A-4501-A7E1-A2CC54ED488F}" dt="2026-07-25T23:37:37.115" v="869"/>
        <pc:sldMkLst>
          <pc:docMk/>
          <pc:sldMk cId="0" sldId="266"/>
        </pc:sldMkLst>
        <pc:spChg chg="mod">
          <ac:chgData name="Udaiappa Ramachandran" userId="b68326859784a5fa" providerId="LiveId" clId="{AE10128B-B86A-4501-A7E1-A2CC54ED488F}" dt="2026-07-25T23:37:37.115" v="869"/>
          <ac:spMkLst>
            <pc:docMk/>
            <pc:sldMk cId="0" sldId="266"/>
            <ac:spMk id="5" creationId="{00000000-0000-0000-0000-000000000000}"/>
          </ac:spMkLst>
        </pc:spChg>
      </pc:sldChg>
      <pc:sldChg chg="modSp">
        <pc:chgData name="Udaiappa Ramachandran" userId="b68326859784a5fa" providerId="LiveId" clId="{AE10128B-B86A-4501-A7E1-A2CC54ED488F}" dt="2026-07-25T23:37:46.404" v="870"/>
        <pc:sldMkLst>
          <pc:docMk/>
          <pc:sldMk cId="0" sldId="267"/>
        </pc:sldMkLst>
        <pc:spChg chg="mod">
          <ac:chgData name="Udaiappa Ramachandran" userId="b68326859784a5fa" providerId="LiveId" clId="{AE10128B-B86A-4501-A7E1-A2CC54ED488F}" dt="2026-07-25T23:37:46.404" v="870"/>
          <ac:spMkLst>
            <pc:docMk/>
            <pc:sldMk cId="0" sldId="267"/>
            <ac:spMk id="5" creationId="{00000000-0000-0000-0000-000000000000}"/>
          </ac:spMkLst>
        </pc:spChg>
      </pc:sldChg>
      <pc:sldChg chg="modSp mod">
        <pc:chgData name="Udaiappa Ramachandran" userId="b68326859784a5fa" providerId="LiveId" clId="{AE10128B-B86A-4501-A7E1-A2CC54ED488F}" dt="2026-07-25T23:37:53.003" v="871"/>
        <pc:sldMkLst>
          <pc:docMk/>
          <pc:sldMk cId="0" sldId="268"/>
        </pc:sldMkLst>
        <pc:spChg chg="mod">
          <ac:chgData name="Udaiappa Ramachandran" userId="b68326859784a5fa" providerId="LiveId" clId="{AE10128B-B86A-4501-A7E1-A2CC54ED488F}" dt="2026-07-25T23:37:53.003" v="871"/>
          <ac:spMkLst>
            <pc:docMk/>
            <pc:sldMk cId="0" sldId="268"/>
            <ac:spMk id="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00:53:15.269" v="14" actId="14100"/>
          <ac:spMkLst>
            <pc:docMk/>
            <pc:sldMk cId="0" sldId="268"/>
            <ac:spMk id="9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00:53:21.870" v="15" actId="14100"/>
          <ac:spMkLst>
            <pc:docMk/>
            <pc:sldMk cId="0" sldId="268"/>
            <ac:spMk id="14" creationId="{00000000-0000-0000-0000-000000000000}"/>
          </ac:spMkLst>
        </pc:spChg>
      </pc:sldChg>
      <pc:sldChg chg="modSp mod">
        <pc:chgData name="Udaiappa Ramachandran" userId="b68326859784a5fa" providerId="LiveId" clId="{AE10128B-B86A-4501-A7E1-A2CC54ED488F}" dt="2026-07-25T23:38:03.529" v="872"/>
        <pc:sldMkLst>
          <pc:docMk/>
          <pc:sldMk cId="0" sldId="269"/>
        </pc:sldMkLst>
        <pc:spChg chg="mod">
          <ac:chgData name="Udaiappa Ramachandran" userId="b68326859784a5fa" providerId="LiveId" clId="{AE10128B-B86A-4501-A7E1-A2CC54ED488F}" dt="2026-07-25T23:38:03.529" v="872"/>
          <ac:spMkLst>
            <pc:docMk/>
            <pc:sldMk cId="0" sldId="269"/>
            <ac:spMk id="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01:45:31.527" v="26" actId="20577"/>
          <ac:spMkLst>
            <pc:docMk/>
            <pc:sldMk cId="0" sldId="269"/>
            <ac:spMk id="7" creationId="{00000000-0000-0000-0000-000000000000}"/>
          </ac:spMkLst>
        </pc:spChg>
      </pc:sldChg>
      <pc:sldChg chg="modSp mod">
        <pc:chgData name="Udaiappa Ramachandran" userId="b68326859784a5fa" providerId="LiveId" clId="{AE10128B-B86A-4501-A7E1-A2CC54ED488F}" dt="2026-07-25T23:38:11.449" v="873"/>
        <pc:sldMkLst>
          <pc:docMk/>
          <pc:sldMk cId="0" sldId="270"/>
        </pc:sldMkLst>
        <pc:spChg chg="mod">
          <ac:chgData name="Udaiappa Ramachandran" userId="b68326859784a5fa" providerId="LiveId" clId="{AE10128B-B86A-4501-A7E1-A2CC54ED488F}" dt="2026-07-25T23:38:11.449" v="873"/>
          <ac:spMkLst>
            <pc:docMk/>
            <pc:sldMk cId="0" sldId="270"/>
            <ac:spMk id="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01:46:28.893" v="66" actId="20577"/>
          <ac:spMkLst>
            <pc:docMk/>
            <pc:sldMk cId="0" sldId="270"/>
            <ac:spMk id="27" creationId="{00000000-0000-0000-0000-000000000000}"/>
          </ac:spMkLst>
        </pc:spChg>
      </pc:sldChg>
      <pc:sldChg chg="modSp mod modNotesTx">
        <pc:chgData name="Udaiappa Ramachandran" userId="b68326859784a5fa" providerId="LiveId" clId="{AE10128B-B86A-4501-A7E1-A2CC54ED488F}" dt="2026-07-25T23:38:31.047" v="875"/>
        <pc:sldMkLst>
          <pc:docMk/>
          <pc:sldMk cId="0" sldId="271"/>
        </pc:sldMkLst>
        <pc:spChg chg="mod">
          <ac:chgData name="Udaiappa Ramachandran" userId="b68326859784a5fa" providerId="LiveId" clId="{AE10128B-B86A-4501-A7E1-A2CC54ED488F}" dt="2026-07-25T23:38:31.047" v="875"/>
          <ac:spMkLst>
            <pc:docMk/>
            <pc:sldMk cId="0" sldId="271"/>
            <ac:spMk id="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19:35:21.810" v="740" actId="6549"/>
          <ac:spMkLst>
            <pc:docMk/>
            <pc:sldMk cId="0" sldId="271"/>
            <ac:spMk id="6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19:08:19.681" v="417" actId="6549"/>
          <ac:spMkLst>
            <pc:docMk/>
            <pc:sldMk cId="0" sldId="271"/>
            <ac:spMk id="10" creationId="{00000000-0000-0000-0000-000000000000}"/>
          </ac:spMkLst>
        </pc:spChg>
      </pc:sldChg>
      <pc:sldChg chg="modSp mod">
        <pc:chgData name="Udaiappa Ramachandran" userId="b68326859784a5fa" providerId="LiveId" clId="{AE10128B-B86A-4501-A7E1-A2CC54ED488F}" dt="2026-07-25T23:38:41.968" v="876"/>
        <pc:sldMkLst>
          <pc:docMk/>
          <pc:sldMk cId="0" sldId="272"/>
        </pc:sldMkLst>
        <pc:spChg chg="mod">
          <ac:chgData name="Udaiappa Ramachandran" userId="b68326859784a5fa" providerId="LiveId" clId="{AE10128B-B86A-4501-A7E1-A2CC54ED488F}" dt="2026-07-25T23:38:41.968" v="8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19:35:29.341" v="742" actId="6549"/>
          <ac:spMkLst>
            <pc:docMk/>
            <pc:sldMk cId="0" sldId="272"/>
            <ac:spMk id="6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01:57:45.678" v="164" actId="20577"/>
          <ac:spMkLst>
            <pc:docMk/>
            <pc:sldMk cId="0" sldId="272"/>
            <ac:spMk id="7" creationId="{00000000-0000-0000-0000-000000000000}"/>
          </ac:spMkLst>
        </pc:spChg>
      </pc:sldChg>
      <pc:sldChg chg="modSp mod">
        <pc:chgData name="Udaiappa Ramachandran" userId="b68326859784a5fa" providerId="LiveId" clId="{AE10128B-B86A-4501-A7E1-A2CC54ED488F}" dt="2026-07-25T23:38:50.850" v="877"/>
        <pc:sldMkLst>
          <pc:docMk/>
          <pc:sldMk cId="0" sldId="273"/>
        </pc:sldMkLst>
        <pc:spChg chg="mod">
          <ac:chgData name="Udaiappa Ramachandran" userId="b68326859784a5fa" providerId="LiveId" clId="{AE10128B-B86A-4501-A7E1-A2CC54ED488F}" dt="2026-07-25T23:38:50.850" v="877"/>
          <ac:spMkLst>
            <pc:docMk/>
            <pc:sldMk cId="0" sldId="273"/>
            <ac:spMk id="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19:35:35.292" v="744" actId="6549"/>
          <ac:spMkLst>
            <pc:docMk/>
            <pc:sldMk cId="0" sldId="273"/>
            <ac:spMk id="6" creationId="{00000000-0000-0000-0000-000000000000}"/>
          </ac:spMkLst>
        </pc:spChg>
      </pc:sldChg>
      <pc:sldChg chg="modSp mod">
        <pc:chgData name="Udaiappa Ramachandran" userId="b68326859784a5fa" providerId="LiveId" clId="{AE10128B-B86A-4501-A7E1-A2CC54ED488F}" dt="2026-07-25T23:38:57.094" v="878"/>
        <pc:sldMkLst>
          <pc:docMk/>
          <pc:sldMk cId="0" sldId="274"/>
        </pc:sldMkLst>
        <pc:spChg chg="mod">
          <ac:chgData name="Udaiappa Ramachandran" userId="b68326859784a5fa" providerId="LiveId" clId="{AE10128B-B86A-4501-A7E1-A2CC54ED488F}" dt="2026-07-25T23:38:57.094" v="878"/>
          <ac:spMkLst>
            <pc:docMk/>
            <pc:sldMk cId="0" sldId="274"/>
            <ac:spMk id="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19:35:41.200" v="746" actId="6549"/>
          <ac:spMkLst>
            <pc:docMk/>
            <pc:sldMk cId="0" sldId="274"/>
            <ac:spMk id="6" creationId="{00000000-0000-0000-0000-000000000000}"/>
          </ac:spMkLst>
        </pc:spChg>
      </pc:sldChg>
      <pc:sldChg chg="modSp mod">
        <pc:chgData name="Udaiappa Ramachandran" userId="b68326859784a5fa" providerId="LiveId" clId="{AE10128B-B86A-4501-A7E1-A2CC54ED488F}" dt="2026-07-25T23:39:04.917" v="879"/>
        <pc:sldMkLst>
          <pc:docMk/>
          <pc:sldMk cId="0" sldId="275"/>
        </pc:sldMkLst>
        <pc:spChg chg="mod">
          <ac:chgData name="Udaiappa Ramachandran" userId="b68326859784a5fa" providerId="LiveId" clId="{AE10128B-B86A-4501-A7E1-A2CC54ED488F}" dt="2026-07-25T23:39:04.917" v="879"/>
          <ac:spMkLst>
            <pc:docMk/>
            <pc:sldMk cId="0" sldId="275"/>
            <ac:spMk id="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19:35:48.868" v="750" actId="20577"/>
          <ac:spMkLst>
            <pc:docMk/>
            <pc:sldMk cId="0" sldId="275"/>
            <ac:spMk id="6" creationId="{00000000-0000-0000-0000-000000000000}"/>
          </ac:spMkLst>
        </pc:spChg>
      </pc:sldChg>
      <pc:sldChg chg="modSp mod">
        <pc:chgData name="Udaiappa Ramachandran" userId="b68326859784a5fa" providerId="LiveId" clId="{AE10128B-B86A-4501-A7E1-A2CC54ED488F}" dt="2026-07-25T23:39:13.635" v="880"/>
        <pc:sldMkLst>
          <pc:docMk/>
          <pc:sldMk cId="0" sldId="276"/>
        </pc:sldMkLst>
        <pc:spChg chg="mod">
          <ac:chgData name="Udaiappa Ramachandran" userId="b68326859784a5fa" providerId="LiveId" clId="{AE10128B-B86A-4501-A7E1-A2CC54ED488F}" dt="2026-07-25T23:39:13.635" v="880"/>
          <ac:spMkLst>
            <pc:docMk/>
            <pc:sldMk cId="0" sldId="276"/>
            <ac:spMk id="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19:35:53.783" v="752" actId="6549"/>
          <ac:spMkLst>
            <pc:docMk/>
            <pc:sldMk cId="0" sldId="276"/>
            <ac:spMk id="6" creationId="{00000000-0000-0000-0000-000000000000}"/>
          </ac:spMkLst>
        </pc:spChg>
      </pc:sldChg>
      <pc:sldChg chg="modSp mod">
        <pc:chgData name="Udaiappa Ramachandran" userId="b68326859784a5fa" providerId="LiveId" clId="{AE10128B-B86A-4501-A7E1-A2CC54ED488F}" dt="2026-07-25T23:39:22.547" v="881"/>
        <pc:sldMkLst>
          <pc:docMk/>
          <pc:sldMk cId="0" sldId="277"/>
        </pc:sldMkLst>
        <pc:spChg chg="mod">
          <ac:chgData name="Udaiappa Ramachandran" userId="b68326859784a5fa" providerId="LiveId" clId="{AE10128B-B86A-4501-A7E1-A2CC54ED488F}" dt="2026-07-25T23:39:22.547" v="881"/>
          <ac:spMkLst>
            <pc:docMk/>
            <pc:sldMk cId="0" sldId="277"/>
            <ac:spMk id="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2T19:35:59.934" v="754" actId="6549"/>
          <ac:spMkLst>
            <pc:docMk/>
            <pc:sldMk cId="0" sldId="277"/>
            <ac:spMk id="6" creationId="{00000000-0000-0000-0000-000000000000}"/>
          </ac:spMkLst>
        </pc:spChg>
      </pc:sldChg>
      <pc:sldChg chg="modSp mod">
        <pc:chgData name="Udaiappa Ramachandran" userId="b68326859784a5fa" providerId="LiveId" clId="{AE10128B-B86A-4501-A7E1-A2CC54ED488F}" dt="2026-07-22T01:48:38.433" v="159" actId="20577"/>
        <pc:sldMkLst>
          <pc:docMk/>
          <pc:sldMk cId="0" sldId="278"/>
        </pc:sldMkLst>
        <pc:spChg chg="mod">
          <ac:chgData name="Udaiappa Ramachandran" userId="b68326859784a5fa" providerId="LiveId" clId="{AE10128B-B86A-4501-A7E1-A2CC54ED488F}" dt="2026-07-22T01:48:38.433" v="159" actId="20577"/>
          <ac:spMkLst>
            <pc:docMk/>
            <pc:sldMk cId="0" sldId="278"/>
            <ac:spMk id="3" creationId="{00000000-0000-0000-0000-000000000000}"/>
          </ac:spMkLst>
        </pc:spChg>
      </pc:sldChg>
      <pc:sldChg chg="modSp add mod modNotesTx">
        <pc:chgData name="Udaiappa Ramachandran" userId="b68326859784a5fa" providerId="LiveId" clId="{AE10128B-B86A-4501-A7E1-A2CC54ED488F}" dt="2026-07-25T23:41:41.572" v="884" actId="20577"/>
        <pc:sldMkLst>
          <pc:docMk/>
          <pc:sldMk cId="0" sldId="279"/>
        </pc:sldMkLst>
        <pc:spChg chg="mod">
          <ac:chgData name="Udaiappa Ramachandran" userId="b68326859784a5fa" providerId="LiveId" clId="{AE10128B-B86A-4501-A7E1-A2CC54ED488F}" dt="2026-07-22T19:32:27.749" v="724" actId="6549"/>
          <ac:spMkLst>
            <pc:docMk/>
            <pc:sldMk cId="0" sldId="279"/>
            <ac:spMk id="35" creationId="{00000000-0000-0000-0000-000000000000}"/>
          </ac:spMkLst>
        </pc:spChg>
        <pc:spChg chg="mod">
          <ac:chgData name="Udaiappa Ramachandran" userId="b68326859784a5fa" providerId="LiveId" clId="{AE10128B-B86A-4501-A7E1-A2CC54ED488F}" dt="2026-07-25T23:41:41.572" v="884" actId="20577"/>
          <ac:spMkLst>
            <pc:docMk/>
            <pc:sldMk cId="0" sldId="279"/>
            <ac:spMk id="3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080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[Use-case story ~60 sec] Let me make this concrete with a scenario you've probably lived. A customer contacts support to replace a damaged product. Behind that one request, the support agent doesn't do everything itself — it delegates. It calls an order agent to verify the purchase, a policy agent to check whether the item is eligible, and a shipping agent to arrange the replacement. Four agents, each independently built and managed — maybe by different teams, even different vendors — and they collaborate entirely through A2A. Here's the payoff: because they speak a standard protocol, you can swap the shipping agent for a logistics</a:t>
            </a:r>
            <a:r>
              <a:rPr lang="en-US" dirty="0"/>
              <a:t> compatible partner </a:t>
            </a:r>
            <a:r>
              <a:rPr dirty="0"/>
              <a:t>agent </a:t>
            </a:r>
            <a:r>
              <a:rPr lang="en-US" dirty="0"/>
              <a:t>with minimal changes to the rest of the workflow</a:t>
            </a:r>
            <a:r>
              <a:rPr dirty="0"/>
              <a:t>. That's the mental model to hold onto — A2A turns isolated agents into a team.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0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242316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A2A, MCP, and the Future of Connected AI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demonstrations </a:t>
            </a:r>
            <a:r>
              <a:rPr lang="en-US" sz="180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Microsoft Agent </a:t>
            </a:r>
            <a:r>
              <a:rPr lang="en-US" sz="1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29260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Udaiappa Ramachandran (Udai)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CTO|CSO @ Akumina Inc. | Microsoft MVP (AI)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5204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</a:t>
            </a:r>
            <a:r>
              <a:rPr lang="en-US" sz="11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https://udai.io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37673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</a:t>
            </a:r>
            <a:r>
              <a:rPr lang="en-US" sz="11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https://linkedin.com/in/udair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40142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Meetup: </a:t>
            </a:r>
            <a:r>
              <a:rPr lang="en-US" sz="11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https://meetup.com/nashuaug</a:t>
            </a:r>
            <a:endParaRPr lang="en-US" sz="1150" dirty="0"/>
          </a:p>
        </p:txBody>
      </p:sp>
      <p:pic>
        <p:nvPicPr>
          <p:cNvPr id="11" name="Image 0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06324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138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and what A2A is (vs. MCP)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how the pieces fit together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talk: transport &amp; interaction patterns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what's production-ready vs. still evolving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in the Microsoft Agent Framework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business value &amp; enterprise use</a:t>
            </a:r>
            <a:endParaRPr lang="en-US" sz="1600" dirty="0"/>
          </a:p>
          <a:p>
            <a:pPr marL="228600" indent="-228600">
              <a:buSzPct val="100000"/>
              <a:buChar char="■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samples (.NET + Python), patterns &amp; wrap-up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Islands of Intelligence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818120" y="1051560"/>
            <a:ext cx="868680" cy="868680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_ale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977" y="127741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1188720"/>
            <a:ext cx="7132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6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is building agents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team, vendor, and framework ships its own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6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a silo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its own API, memory, tools, and prompts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6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means glue code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custom integration for every pairing</a:t>
            </a:r>
            <a:endParaRPr lang="en-US" sz="1600" dirty="0"/>
          </a:p>
          <a:p>
            <a:pPr marL="228600" indent="-228600">
              <a:buSzPct val="100000"/>
              <a:buChar char="■"/>
            </a:pPr>
            <a:r>
              <a:rPr lang="en-US" sz="16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common language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standard way to discover, call, or trust another agent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A2A?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8961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standard for agent-to-agent communication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138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 &amp; vendor-neutral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agents built by different teams work together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governance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created by Google, donated to the Linux Foundation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backing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AWS, Cisco, Google, IBM, Microsoft, Salesforce, SAP, ServiceNow</a:t>
            </a:r>
            <a:endParaRPr lang="en-US" sz="1500" dirty="0"/>
          </a:p>
          <a:p>
            <a:pPr marL="228600" indent="-228600"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milestone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A2A reached v1.0, </a:t>
            </a:r>
            <a:r>
              <a:rPr lang="en-US" sz="1600" dirty="0"/>
              <a:t>with SDKs available across Python, JavaScript, Java, C#/.NET, Go, and Rust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vs. MCP — Complementary, Not Competing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EEF6FB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agent to tool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7512" y="1618488"/>
            <a:ext cx="36027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agent connects to APIs, data, and resources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Equips a single agent with the capabilities it needs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the agent's hands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— agent to agent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73752" y="1618488"/>
            <a:ext cx="36027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independent agents discover and delegate to each other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specialized agents collaborate across frameworks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the agent's phone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0233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 together. A2A is not an agent framework, a tool-call protocol, or a chat app.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Integration Is Not A2A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EEF6FB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 vendor SDK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7512" y="1572768"/>
            <a:ext cx="360273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Bedrock, Gemini, OpenAI, Microsoft Foundry, Copilot Studio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via provider-specific SDKs or REST APIs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Provider-specific authentication and request models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include proprietary discovery or orchestration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providers often requires integration changes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115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the A2A protocol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73752" y="1572768"/>
            <a:ext cx="360273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an A2A-compliant endpoint via a standard interface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 describes skills, endpoints &amp; security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messages, tasks, artifacts &amp; operations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the caller from the agent's framework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agents are easier to add, replace, or compose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069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protocol interface that makes an interaction A2A — not the model, SDK, framework, or provider.  </a:t>
            </a: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platforms now offer native A2A endpoints or adapters; others still need an A2A gateway or integration layer.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Actors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743200" cy="2514600"/>
          </a:xfrm>
          <a:prstGeom prst="roundRect">
            <a:avLst>
              <a:gd name="adj" fmla="val 2909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42646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30352" y="1965960"/>
            <a:ext cx="24140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or automated service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goal or request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interaction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371600"/>
            <a:ext cx="457200" cy="457200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ic_us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90472"/>
            <a:ext cx="219456" cy="2194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200400" y="1234440"/>
            <a:ext cx="2743200" cy="2514600"/>
          </a:xfrm>
          <a:prstGeom prst="roundRect">
            <a:avLst>
              <a:gd name="adj" fmla="val 2909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886200" y="14813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Client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364992" y="1965960"/>
            <a:ext cx="24140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(calling) agent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the user's behalf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the A2A call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337560" y="1371600"/>
            <a:ext cx="457200" cy="457200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ic_cpu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490472"/>
            <a:ext cx="219456" cy="21945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035040" y="1234440"/>
            <a:ext cx="2743200" cy="2514600"/>
          </a:xfrm>
          <a:prstGeom prst="roundRect">
            <a:avLst>
              <a:gd name="adj" fmla="val 2909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720840" y="142646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Server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6199632" y="1965960"/>
            <a:ext cx="24140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remote agent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an HTTP endpoint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Opaque: internals stay private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172200" y="1371600"/>
            <a:ext cx="457200" cy="457200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ic_serv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49047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65760" y="3977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"Opaque" is the trust unlock — collaborate without exposing your IP or internal state.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A2A Works — The Flow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6988" y="1682496"/>
            <a:ext cx="512064" cy="512064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_us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125" y="1815633"/>
            <a:ext cx="245791" cy="245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21284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44144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goal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880360" y="155448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38728" y="1682496"/>
            <a:ext cx="512064" cy="512064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_cpu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865" y="1815633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2212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Agent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880360" y="24414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for the user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355080" y="155448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036308" y="1682496"/>
            <a:ext cx="512064" cy="512064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ic_serv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9445" y="1815633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221284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Agent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55080" y="244144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opaque, does the work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194560" y="1975104"/>
            <a:ext cx="635266" cy="256032"/>
          </a:xfrm>
          <a:prstGeom prst="rightArrow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79" y="1975104"/>
            <a:ext cx="1549667" cy="256032"/>
          </a:xfrm>
          <a:prstGeom prst="rightArrow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754880" y="1759216"/>
            <a:ext cx="1508760" cy="2567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2896401" y="3215119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EF6FB"/>
          </a:solidFill>
          <a:ln w="12700">
            <a:solidFill>
              <a:srgbClr val="D9E6F0"/>
            </a:solidFill>
            <a:prstDash val="solid"/>
          </a:ln>
          <a:effectLst>
            <a:outerShdw blurRad="508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3573057" y="3324847"/>
            <a:ext cx="475488" cy="475488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ic_too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6684" y="3448474"/>
            <a:ext cx="228234" cy="22823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896401" y="3800335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API / Data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703320" y="2670048"/>
            <a:ext cx="256032" cy="502920"/>
          </a:xfrm>
          <a:prstGeom prst="downArrow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3977640" y="2724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" y="4352544"/>
            <a:ext cx="8229600" cy="340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enables direct, standardized collaboration between agents.  MCP connects an agent to its tools.  The two compose.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of A2A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138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JSON "business card": identity, endpoint, skills, auth requirements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stateful unit of work with an ID and lifecycle (long-running jobs)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single turn of conversation, role of user or agent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content inside a message: text, file, or structured data</a:t>
            </a:r>
            <a:endParaRPr lang="en-US" sz="1500" dirty="0"/>
          </a:p>
          <a:p>
            <a:pPr marL="228600" indent="-228600"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concrete deliverable produced during a task (doc, image, data)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Cards &amp; Discovery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8961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find and size each other 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138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as JSON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A2A Server makes an Agent Card available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capabilities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name, URL, streaming support, skills, auth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Card-first flow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clients read the card, then decide fit and how to call</a:t>
            </a:r>
            <a:endParaRPr lang="en-US" sz="1500" dirty="0"/>
          </a:p>
          <a:p>
            <a:pPr marL="228600" indent="-228600"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Well-known path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standard discovery location; registries &amp; direct config also supported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Talk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1.0 defines JSON-RPC, gRPC, and HTTP+JSON bindings (secured via standard transport-level auth)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Result-delivery patterns: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709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Response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30352" y="2167128"/>
            <a:ext cx="24140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request, get a reply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for long-running jobs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pattern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709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(SSE)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364992" y="2167128"/>
            <a:ext cx="24140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 connection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incremental updates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live UX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1709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99632" y="2167128"/>
            <a:ext cx="24140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calls your webhook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very long / disconnected work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connection needed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of a Request: Message vs. Task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EEF6FB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7512" y="1664208"/>
            <a:ext cx="36027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when the agent can answer immediately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turn of communication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quick Q&amp;A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73752" y="1664208"/>
            <a:ext cx="36027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for long-running work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ID and a trackable lifecycle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are returned or updated as work progresses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contextId groups related messages and tasks into one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Maturity — Stable Core, Evolving Tooling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EEF6FB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12070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 A2A 1.0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7512" y="1847088"/>
            <a:ext cx="36027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 and data model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messages, parts, and artifacts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JSON-RPC, gRPC, and HTTP+JSON bindings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polling, and push-notification patterns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1225296"/>
            <a:ext cx="438912" cy="438912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ic_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85" y="1339413"/>
            <a:ext cx="210678" cy="21067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709160" y="1097280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94960" y="12070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maturity varies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873752" y="1847088"/>
            <a:ext cx="36027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and framework package stability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Provider-native endpoint availability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and identity propagation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tooling and interoperability testing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Framework-specific adapters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864608" y="1225296"/>
            <a:ext cx="438912" cy="438912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ic_c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725" y="1339413"/>
            <a:ext cx="210678" cy="21067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2920" y="40690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the stable A2A 1.0 core; implementation and package maturity still vary by SDK and provider.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Microsoft Agent Framework Fits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138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successor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 Semantic Kernel &amp; AutoGen for agent development and orchestration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.NET and Python, with Go in public preview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your agents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publish them so any A2A client can call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remote agents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call external A2A agents as if they were local</a:t>
            </a:r>
            <a:endParaRPr lang="en-US" sz="1500" dirty="0"/>
          </a:p>
          <a:p>
            <a:pPr marL="228600" indent="-228600">
              <a:buSzPct val="100000"/>
              <a:buChar char="■"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A2A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core integration, alongside MCP, AG-UI, and M365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I Care?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252728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_dolla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01" y="1400129"/>
            <a:ext cx="272125" cy="272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23444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integration cost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4088" y="192024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writing custom glue for every agent pairing — connect once, via a standard.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EF6FB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92040" y="1252728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_za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441" y="1400129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23444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10328" y="192024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specialist agents on demand instead of rebuilding capabilities in-house.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260604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EF6FB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85800" y="2807208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ic_shiel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01" y="2954609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278892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 alignment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04088" y="347472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auth patterns; internal prompts, tools &amp; memory stay private. Data disclosure still follows app policy.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09160" y="260604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892040" y="2807208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ic_shuff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9441" y="2954609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23560" y="278892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flexibility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910328" y="347472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best-of-breed agents across teams and vendors with less integration code and lock-in.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02920" y="41605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workflows, specialist teams, partner integrations — without sharing their internal implementation.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Request, Many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customer wants to replace a damaged product — the support agent delegates the work over A2A.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993392"/>
            <a:ext cx="1371600" cy="960120"/>
          </a:xfrm>
          <a:prstGeom prst="roundRect">
            <a:avLst>
              <a:gd name="adj" fmla="val 8000"/>
            </a:avLst>
          </a:prstGeom>
          <a:solidFill>
            <a:srgbClr val="EEF6FB"/>
          </a:solidFill>
          <a:ln w="12700">
            <a:solidFill>
              <a:srgbClr val="D9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758952" y="2103120"/>
            <a:ext cx="493776" cy="493776"/>
          </a:xfrm>
          <a:prstGeom prst="ellipse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33" y="2231501"/>
            <a:ext cx="237012" cy="2370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267004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Customer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828800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2700">
            <a:solidFill>
              <a:srgbClr val="E3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788920" y="1965960"/>
            <a:ext cx="548640" cy="548640"/>
          </a:xfrm>
          <a:prstGeom prst="ellipse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1566" y="2108606"/>
            <a:ext cx="263347" cy="2633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03120" y="257860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Support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85292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coordinates the request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700784" y="2359152"/>
            <a:ext cx="365760" cy="274320"/>
          </a:xfrm>
          <a:prstGeom prst="rightArrow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806440" y="1207008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2700">
            <a:solidFill>
              <a:srgbClr val="E3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952744" y="1389888"/>
            <a:ext cx="548640" cy="548640"/>
          </a:xfrm>
          <a:prstGeom prst="ellipse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390" y="1532534"/>
            <a:ext cx="263347" cy="26334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75120" y="1353312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6B21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68249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verifies the purchase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2258568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2700">
            <a:solidFill>
              <a:srgbClr val="E3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952744" y="2441448"/>
            <a:ext cx="548640" cy="548640"/>
          </a:xfrm>
          <a:prstGeom prst="ellipse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390" y="2584094"/>
            <a:ext cx="263347" cy="26334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75120" y="2404872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6B21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Policy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73405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checks eligibility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3310128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2700">
            <a:solidFill>
              <a:srgbClr val="E3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952744" y="3493008"/>
            <a:ext cx="548640" cy="548640"/>
          </a:xfrm>
          <a:prstGeom prst="ellipse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Picture 27" descr="ic_trending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390" y="3635654"/>
            <a:ext cx="263347" cy="26334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75120" y="3456432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6B21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Shipping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78561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arranges replacement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4041648" y="1664208"/>
            <a:ext cx="1737359" cy="804672"/>
          </a:xfrm>
          <a:prstGeom prst="line">
            <a:avLst/>
          </a:prstGeom>
          <a:ln w="28575">
            <a:solidFill>
              <a:srgbClr val="6B21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41648" y="2468880"/>
            <a:ext cx="1737359" cy="246888"/>
          </a:xfrm>
          <a:prstGeom prst="line">
            <a:avLst/>
          </a:prstGeom>
          <a:ln w="28575">
            <a:solidFill>
              <a:srgbClr val="6B21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041648" y="2468880"/>
            <a:ext cx="1737359" cy="1298448"/>
          </a:xfrm>
          <a:prstGeom prst="line">
            <a:avLst/>
          </a:prstGeom>
          <a:ln w="28575">
            <a:solidFill>
              <a:srgbClr val="6B21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343400" y="16002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6B21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A2A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224528"/>
            <a:ext cx="8412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1200" cap="none" spc="0" normalizeH="0" baseline="0" noProof="0" dirty="0">
                <a:ln>
                  <a:noFill/>
                </a:ln>
                <a:solidFill>
                  <a:srgbClr val="6B21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agent is built and managed independently — they collaborate only through A2A. Swap the shipping agent for a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B21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compatible </a:t>
            </a:r>
            <a:r>
              <a:rPr kumimoji="0" sz="1200" b="0" i="1" u="none" strike="noStrike" kern="1200" cap="none" spc="0" normalizeH="0" baseline="0" noProof="0" dirty="0">
                <a:ln>
                  <a:noFill/>
                </a:ln>
                <a:solidFill>
                  <a:srgbClr val="6B21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partner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B21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agent with minimal changes to the rest of the workflow</a:t>
            </a:r>
            <a:r>
              <a:rPr kumimoji="0" sz="1200" b="0" i="1" u="none" strike="noStrike" kern="1200" cap="none" spc="0" normalizeH="0" baseline="0" noProof="0" dirty="0">
                <a:ln>
                  <a:noFill/>
                </a:ln>
                <a:solidFill>
                  <a:srgbClr val="6B21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017" y="4927949"/>
            <a:ext cx="768096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defRPr/>
            </a:pPr>
            <a:r>
              <a:rPr lang="en-US" sz="800" dirty="0">
                <a:solidFill>
                  <a:srgbClr val="888888"/>
                </a:solidFill>
              </a:rPr>
              <a:t>When AI Agents Work Together: A2A, MCP, and Connected AI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1 — Expose an Agent (.NET)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8961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MapA2A publishes an agent in a few lines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8138160" cy="1888236"/>
          </a:xfrm>
          <a:prstGeom prst="roundRect">
            <a:avLst>
              <a:gd name="adj" fmla="val 2421"/>
            </a:avLst>
          </a:prstGeom>
          <a:solidFill>
            <a:srgbClr val="241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490472"/>
            <a:ext cx="7726680" cy="165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agent = builder.AddAIAgent(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"pirate", instructions: "Speak like a pirate.");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app.MapA2A(agent, "/a2a/pirate", agentCard: new()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"Pirate Agent", Version = "1.0"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42442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mapping call exposes the configured agent through an A2A endpoint.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sample → github.com/microsoft/agent-framework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1 — Calling It (the A2A Request)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8961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request flow — a standards-compliant message in, message out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8138160" cy="2112264"/>
          </a:xfrm>
          <a:prstGeom prst="roundRect">
            <a:avLst>
              <a:gd name="adj" fmla="val 2165"/>
            </a:avLst>
          </a:prstGeom>
          <a:solidFill>
            <a:srgbClr val="241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490472"/>
            <a:ext cx="7726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/a2a/pirate/v1/message:stream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"role": "user",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"parts": [{ "kind": "text", "text": "..." }],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"contextId": "foo"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648456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contextId to continue a conversation.  GET .../v1/card returns the Agent Card.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2 — Consume a Remote Agent (Python)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8961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A2AAgent wraps any remote endpoint as a local agent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8138160" cy="1440180"/>
          </a:xfrm>
          <a:prstGeom prst="roundRect">
            <a:avLst>
              <a:gd name="adj" fmla="val 3175"/>
            </a:avLst>
          </a:prstGeom>
          <a:solidFill>
            <a:srgbClr val="241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490472"/>
            <a:ext cx="772668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resolver = A2ACardResolver(httpx_client=client, base_url=host)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= await resolver.get_agent_card()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with A2AAgent(agent_card=card, url=host) as agent: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await agent.run("What are your capabilities?")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763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agent-framework-a2a  •  the SDK handles all protocol details.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sample on GitHub.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2 — Streaming &amp; Long-Running Work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8961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 and background tasks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8138160" cy="1888236"/>
          </a:xfrm>
          <a:prstGeom prst="roundRect">
            <a:avLst>
              <a:gd name="adj" fmla="val 2421"/>
            </a:avLst>
          </a:prstGeom>
          <a:solidFill>
            <a:srgbClr val="241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490472"/>
            <a:ext cx="7726680" cy="165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Stream tokens in real time (SSE)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 = agent.run("...", stream=True)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for update in stream: ...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Long jobs → continuation token to poll later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= await agent.run("...", background=True)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await agent.poll_task(resp.continuation_token)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42442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= live, Message-style UX.  background=True = Task lifecycle.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3 — Serve Your Own Agent (Python)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8961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A2AExecutor exposes an Agent Framework agent over A2A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8138160" cy="1216152"/>
          </a:xfrm>
          <a:prstGeom prst="roundRect">
            <a:avLst>
              <a:gd name="adj" fmla="val 3759"/>
            </a:avLst>
          </a:prstGeom>
          <a:solidFill>
            <a:srgbClr val="241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490472"/>
            <a:ext cx="77266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request_handler = DefaultRequestHandler(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agent_executor=A2AExecutor(agent),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task_store=InMemoryTaskStore(),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agent_card=public_agent_card)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52344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A2AExecutor turns your agent into a discoverable A2A server.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mirror image of Sample 2 — full sample on GitHub.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Patterns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7512" y="16642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 agent routes sub-tasks to specialized remote agents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EF6FB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Tools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73752" y="16642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remote A2A agents as callable tools of a host agent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EF6FB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7614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Cross-Framework Mesh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7512" y="321868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Agent Framework, LangGraph, CrewAI, and custom agents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6517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3EEF9"/>
          </a:solidFill>
          <a:ln w="12700">
            <a:solidFill>
              <a:srgbClr val="E3D9F0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7614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A2A Together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873752" y="321868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uses MCP for tools, A2A to collaborate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0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Q&amp;A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48828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Work Together: A2A, MCP, and Connected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82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 &amp; Spec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a2a-protocol.org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0916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 A2A Docs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learn.microsoft.com/agent-framework/integrations/a2a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 Repo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github.com/microsoft/agent-framework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0916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A2A Samples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github.com/microsoft/agent-framework  (python/samples/04-hosting/a2a)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SDKs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github.com/a2aproject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916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Samples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github.com/a2aproject/a2a-samples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small: expose one agent, or wrap one remote agent, today.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0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58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lets independent agents collaborate without exposing their internal implementation.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3154680"/>
            <a:ext cx="146304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B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Let's connect and build interoperable agents.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Udai</a:t>
            </a:r>
            <a:r>
              <a:rPr lang="en-US" sz="15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udai.io  |  linkedin.com/in/udair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2281</Words>
  <Application>Microsoft Office PowerPoint</Application>
  <PresentationFormat>On-screen Show (16:9)</PresentationFormat>
  <Paragraphs>300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Udaiappa Ramachandran</cp:lastModifiedBy>
  <cp:revision>1</cp:revision>
  <dcterms:created xsi:type="dcterms:W3CDTF">2026-07-22T00:46:55Z</dcterms:created>
  <dcterms:modified xsi:type="dcterms:W3CDTF">2026-07-25T23:41:50Z</dcterms:modified>
</cp:coreProperties>
</file>